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0" r:id="rId1"/>
  </p:sldMasterIdLst>
  <p:notesMasterIdLst>
    <p:notesMasterId r:id="rId11"/>
  </p:notes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79691" autoAdjust="0"/>
  </p:normalViewPr>
  <p:slideViewPr>
    <p:cSldViewPr snapToGrid="0">
      <p:cViewPr varScale="1">
        <p:scale>
          <a:sx n="78" d="100"/>
          <a:sy n="78" d="100"/>
        </p:scale>
        <p:origin x="787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A18D72-0920-40CF-AC27-37BC44561CC1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F25DC1-F64E-49D3-A76E-888D9A36D1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7922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25DC1-F64E-49D3-A76E-888D9A36D1A8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90187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25DC1-F64E-49D3-A76E-888D9A36D1A8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0871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25DC1-F64E-49D3-A76E-888D9A36D1A8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73224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1F151-E32A-4967-9144-02F4A008513E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8BA4A-503D-47B1-AE29-F17E982D21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253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1F151-E32A-4967-9144-02F4A008513E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8BA4A-503D-47B1-AE29-F17E982D21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6336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1F151-E32A-4967-9144-02F4A008513E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8BA4A-503D-47B1-AE29-F17E982D21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2973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1F151-E32A-4967-9144-02F4A008513E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8BA4A-503D-47B1-AE29-F17E982D21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55941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1F151-E32A-4967-9144-02F4A008513E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8BA4A-503D-47B1-AE29-F17E982D21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8480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1F151-E32A-4967-9144-02F4A008513E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8BA4A-503D-47B1-AE29-F17E982D21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3690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1F151-E32A-4967-9144-02F4A008513E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8BA4A-503D-47B1-AE29-F17E982D21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9825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1F151-E32A-4967-9144-02F4A008513E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8BA4A-503D-47B1-AE29-F17E982D21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3816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1F151-E32A-4967-9144-02F4A008513E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8BA4A-503D-47B1-AE29-F17E982D21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5216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1F151-E32A-4967-9144-02F4A008513E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8BA4A-503D-47B1-AE29-F17E982D21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9394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1F151-E32A-4967-9144-02F4A008513E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8BA4A-503D-47B1-AE29-F17E982D21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81886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1F151-E32A-4967-9144-02F4A008513E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8BA4A-503D-47B1-AE29-F17E982D213F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097492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1F151-E32A-4967-9144-02F4A008513E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8BA4A-503D-47B1-AE29-F17E982D21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42798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1F151-E32A-4967-9144-02F4A008513E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8BA4A-503D-47B1-AE29-F17E982D21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08866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1F151-E32A-4967-9144-02F4A008513E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8BA4A-503D-47B1-AE29-F17E982D21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95021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1F151-E32A-4967-9144-02F4A008513E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8BA4A-503D-47B1-AE29-F17E982D21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61287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1F151-E32A-4967-9144-02F4A008513E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8BA4A-503D-47B1-AE29-F17E982D21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7321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B261F151-E32A-4967-9144-02F4A008513E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3898BA4A-503D-47B1-AE29-F17E982D21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364575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  <p:sldLayoutId id="2147483742" r:id="rId12"/>
    <p:sldLayoutId id="2147483743" r:id="rId13"/>
    <p:sldLayoutId id="2147483744" r:id="rId14"/>
    <p:sldLayoutId id="2147483745" r:id="rId15"/>
    <p:sldLayoutId id="2147483746" r:id="rId16"/>
    <p:sldLayoutId id="214748374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13A55-064C-9857-16C6-272BD4818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9" y="198782"/>
            <a:ext cx="6751983" cy="4303644"/>
          </a:xfrm>
        </p:spPr>
        <p:txBody>
          <a:bodyPr>
            <a:noAutofit/>
          </a:bodyPr>
          <a:lstStyle/>
          <a:p>
            <a:r>
              <a:rPr lang="en-US" sz="4000" b="1" dirty="0"/>
              <a:t>DESIGN AND SIMULATION OF AN  AUTOMATIC STREET LIGHT CONTROL SYSTEM USING COMBINATION LOGIC</a:t>
            </a:r>
            <a:r>
              <a:rPr lang="en-US" sz="4000" dirty="0"/>
              <a:t>.</a:t>
            </a:r>
            <a:endParaRPr lang="en-IN" sz="4000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7C67A99-1A95-0C0D-8FE3-28762F58C1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5223" y="599769"/>
            <a:ext cx="4821978" cy="5545392"/>
          </a:xfrm>
        </p:spPr>
      </p:pic>
    </p:spTree>
    <p:extLst>
      <p:ext uri="{BB962C8B-B14F-4D97-AF65-F5344CB8AC3E}">
        <p14:creationId xmlns:p14="http://schemas.microsoft.com/office/powerpoint/2010/main" val="1984097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137DE-6BFD-810F-22A9-393B3C8A9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03408"/>
          </a:xfrm>
        </p:spPr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C3CE985-6A79-E721-5E4F-411A1383998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37931" y="2342479"/>
            <a:ext cx="697727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/>
              <a:t>Automatic street lights reduce the need for manual control.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light sensor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detects whether it is day or night.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motion sensor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detects people or vehicles.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Combination logic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controls the street light based on these conditions.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helps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save electricity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improves efficiency.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CF6832-115F-45F6-9DAF-CBE3B9D393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1" y="1022555"/>
            <a:ext cx="4538868" cy="5299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728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74D68AF-5CF1-DB03-FE68-782BD3630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931" y="295551"/>
            <a:ext cx="10515600" cy="1692275"/>
          </a:xfrm>
        </p:spPr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78A6C37-F03C-0D32-16DB-65A647A36A0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18661" y="1744704"/>
            <a:ext cx="6450496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 street light operation.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 unnecessary power consumption.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 darkness using a light sensor.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 movement using a motion sensor.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Control the light using combination logic.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BA6E179-EAF6-28E7-F001-47F9122BFA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0313" y="725557"/>
            <a:ext cx="5493026" cy="5526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26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C2ED2-C8C1-FBFF-E088-3689FC1D1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340" y="1020445"/>
            <a:ext cx="10515600" cy="1325563"/>
          </a:xfrm>
        </p:spPr>
        <p:txBody>
          <a:bodyPr/>
          <a:lstStyle/>
          <a:p>
            <a:r>
              <a:rPr lang="en-IN" dirty="0"/>
              <a:t>PROBLEMS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DFDBE6E-11AE-E5BC-28E0-0230839B8DB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9148" y="2708632"/>
            <a:ext cx="6708913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switching requires human effort.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Street lights may remain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 during daylight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Unnecessary lighting causes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 wastage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Lights may stay ON when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one is nearby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Continuous operation increases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electricity consumption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347298-F840-0EDF-FDFC-5122D6519E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5668" y="365125"/>
            <a:ext cx="4397184" cy="30638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AC6F34-53C9-1B6B-EA4F-15F373C87A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9753" y="3917834"/>
            <a:ext cx="4543099" cy="2794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638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9DCB0-6612-074D-EF87-D0D83F158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4860"/>
            <a:ext cx="10515600" cy="1836420"/>
          </a:xfrm>
        </p:spPr>
        <p:txBody>
          <a:bodyPr/>
          <a:lstStyle/>
          <a:p>
            <a:r>
              <a:rPr lang="en-IN" dirty="0"/>
              <a:t>PROPOSED SOLUTION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C77C8CF-46C3-1D48-C7E5-EF7679349EF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94554" y="2708632"/>
            <a:ext cx="7996136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an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LDR sensor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detect darkness.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PIR sensor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detect movement.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Combine both sensor signals using an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 gate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Turn the street light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 only when both conditions are satisfied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helps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 unnecessary power consumption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E4FBECF-748A-6B7F-3B7E-21BA9095CF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7360" y="518160"/>
            <a:ext cx="3992880" cy="5801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811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2A313D5-9A6A-29BB-9CEB-7D281B5A5E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18224" y="1047508"/>
            <a:ext cx="5496127" cy="5457116"/>
          </a:xfrm>
        </p:spPr>
        <p:txBody>
          <a:bodyPr>
            <a:normAutofit/>
          </a:bodyPr>
          <a:lstStyle/>
          <a:p>
            <a:r>
              <a:rPr lang="en-IN" sz="3500" dirty="0"/>
              <a:t>COMPONENTS</a:t>
            </a:r>
          </a:p>
          <a:p>
            <a:endParaRPr lang="en-US" b="1" dirty="0"/>
          </a:p>
          <a:p>
            <a:r>
              <a:rPr lang="en-US" b="1" dirty="0"/>
              <a:t>LDR Sensor</a:t>
            </a:r>
            <a:r>
              <a:rPr lang="en-US" dirty="0"/>
              <a:t> – Detects light intensity. </a:t>
            </a:r>
          </a:p>
          <a:p>
            <a:r>
              <a:rPr lang="en-US" b="1" dirty="0"/>
              <a:t>PIR Sensor</a:t>
            </a:r>
            <a:r>
              <a:rPr lang="en-US" dirty="0"/>
              <a:t> – Detects movement. </a:t>
            </a:r>
          </a:p>
          <a:p>
            <a:r>
              <a:rPr lang="en-US" b="1" dirty="0"/>
              <a:t>AND Gate</a:t>
            </a:r>
            <a:r>
              <a:rPr lang="en-US" dirty="0"/>
              <a:t> – Combines the sensor signals. </a:t>
            </a:r>
          </a:p>
          <a:p>
            <a:r>
              <a:rPr lang="en-US" b="1" dirty="0"/>
              <a:t>LED/Street Light</a:t>
            </a:r>
            <a:r>
              <a:rPr lang="en-US" dirty="0"/>
              <a:t> – Turns ON or OFF. </a:t>
            </a:r>
          </a:p>
          <a:p>
            <a:r>
              <a:rPr lang="en-US" b="1" dirty="0"/>
              <a:t>Power Supply</a:t>
            </a:r>
            <a:r>
              <a:rPr lang="en-US" dirty="0"/>
              <a:t> – Provides electrical power.</a:t>
            </a:r>
          </a:p>
          <a:p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FC02F3-F392-5391-0C2D-58A8DC830D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57673" y="1047507"/>
            <a:ext cx="5496127" cy="51294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3500" dirty="0"/>
              <a:t> WORKING PRINCIPALE</a:t>
            </a:r>
          </a:p>
          <a:p>
            <a:endParaRPr lang="en-IN" dirty="0"/>
          </a:p>
          <a:p>
            <a:r>
              <a:rPr lang="en-US" b="1" dirty="0"/>
              <a:t>Darkness detected</a:t>
            </a:r>
            <a:br>
              <a:rPr lang="en-US" dirty="0"/>
            </a:br>
            <a:r>
              <a:rPr lang="en-US" dirty="0"/>
              <a:t>↓</a:t>
            </a:r>
            <a:br>
              <a:rPr lang="en-US" dirty="0"/>
            </a:br>
            <a:r>
              <a:rPr lang="en-US" b="1" dirty="0"/>
              <a:t>Motion detected</a:t>
            </a:r>
            <a:br>
              <a:rPr lang="en-US" dirty="0"/>
            </a:br>
            <a:r>
              <a:rPr lang="en-US" dirty="0"/>
              <a:t>↓</a:t>
            </a:r>
            <a:br>
              <a:rPr lang="en-US" dirty="0"/>
            </a:br>
            <a:r>
              <a:rPr lang="en-US" b="1" dirty="0"/>
              <a:t>AND Gate</a:t>
            </a:r>
            <a:br>
              <a:rPr lang="en-US" dirty="0"/>
            </a:br>
            <a:r>
              <a:rPr lang="en-US" dirty="0"/>
              <a:t>↓</a:t>
            </a:r>
            <a:br>
              <a:rPr lang="en-US" dirty="0"/>
            </a:br>
            <a:r>
              <a:rPr lang="en-US" b="1" dirty="0"/>
              <a:t>Street Light ON</a:t>
            </a:r>
            <a:r>
              <a:rPr lang="en-US" dirty="0"/>
              <a:t> 💡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491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B96F9-C5EB-2564-7EC3-25DFB45D9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LOGIC GATE AND TRUTH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0C9A9-0F36-8157-6B52-2686AB0DFA2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dirty="0"/>
              <a:t>AND Gate</a:t>
            </a:r>
          </a:p>
          <a:p>
            <a:r>
              <a:rPr lang="en-US" dirty="0"/>
              <a:t>Combines the light sensor and motion sensor inputs. </a:t>
            </a:r>
          </a:p>
          <a:p>
            <a:r>
              <a:rPr lang="en-US" dirty="0"/>
              <a:t>Output is </a:t>
            </a:r>
            <a:r>
              <a:rPr lang="en-US" b="1" dirty="0"/>
              <a:t>1 only when both inputs are 1</a:t>
            </a:r>
            <a:r>
              <a:rPr lang="en-US" dirty="0"/>
              <a:t>. </a:t>
            </a:r>
          </a:p>
          <a:p>
            <a:r>
              <a:rPr lang="en-US" b="1" dirty="0"/>
              <a:t>Boolean Expression</a:t>
            </a:r>
          </a:p>
          <a:p>
            <a:pPr marL="0" indent="0">
              <a:buNone/>
            </a:pPr>
            <a:r>
              <a:rPr lang="en-IN" dirty="0"/>
              <a:t>    F = A · B</a:t>
            </a:r>
          </a:p>
          <a:p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373824B-7E3C-2500-28AA-20165835E45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2533" y="1825625"/>
            <a:ext cx="4868571" cy="4351338"/>
          </a:xfrm>
        </p:spPr>
      </p:pic>
    </p:spTree>
    <p:extLst>
      <p:ext uri="{BB962C8B-B14F-4D97-AF65-F5344CB8AC3E}">
        <p14:creationId xmlns:p14="http://schemas.microsoft.com/office/powerpoint/2010/main" val="1453434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0E1E11-C398-F0C8-1A29-938FE2A929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3400" y="606425"/>
            <a:ext cx="5181600" cy="4351338"/>
          </a:xfrm>
        </p:spPr>
        <p:txBody>
          <a:bodyPr/>
          <a:lstStyle/>
          <a:p>
            <a:r>
              <a:rPr lang="en-IN" sz="3200" dirty="0"/>
              <a:t>RESULT</a:t>
            </a:r>
          </a:p>
          <a:p>
            <a:r>
              <a:rPr lang="en-IN" dirty="0"/>
              <a:t>Automatic control reduces unnecessary power consumption.</a:t>
            </a:r>
          </a:p>
          <a:p>
            <a:r>
              <a:rPr lang="en-IN" dirty="0"/>
              <a:t>Combination logic provides reliable operation.</a:t>
            </a:r>
          </a:p>
          <a:p>
            <a:r>
              <a:rPr lang="en-IN" dirty="0"/>
              <a:t>The system is simple and efficient.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116D1A-FA05-4CD8-50BC-F1193416C4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606425"/>
            <a:ext cx="5181600" cy="5570538"/>
          </a:xfrm>
        </p:spPr>
        <p:txBody>
          <a:bodyPr/>
          <a:lstStyle/>
          <a:p>
            <a:r>
              <a:rPr lang="en-IN" sz="3200" dirty="0"/>
              <a:t>CONCLUSION</a:t>
            </a:r>
          </a:p>
          <a:p>
            <a:r>
              <a:rPr lang="en-IN" dirty="0"/>
              <a:t>Automatic street light control is achieved.</a:t>
            </a:r>
          </a:p>
          <a:p>
            <a:r>
              <a:rPr lang="en-IN" dirty="0"/>
              <a:t>The system reduces unnecessary power consumption.</a:t>
            </a:r>
          </a:p>
          <a:p>
            <a:r>
              <a:rPr lang="en-IN" dirty="0"/>
              <a:t>Combination logic provides efficient control.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D54F1A52-F239-46E9-8D09-8E08E009DE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39305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1D7363-577F-B4AB-10C7-D3E1832183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720" y="4215744"/>
            <a:ext cx="4470400" cy="264225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D95F1C4-8CA7-883C-783D-5E71F18973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2079" y="4283838"/>
            <a:ext cx="4146591" cy="245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2784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C876B-EDB1-69E7-02A3-0002998AB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9948" y="365124"/>
            <a:ext cx="4552336" cy="1847133"/>
          </a:xfrm>
        </p:spPr>
        <p:txBody>
          <a:bodyPr>
            <a:normAutofit/>
          </a:bodyPr>
          <a:lstStyle/>
          <a:p>
            <a:r>
              <a:rPr lang="en-IN" sz="6000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182BF-AE45-7232-4A43-67761F6DE6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72516" y="2369574"/>
            <a:ext cx="5025216" cy="3087329"/>
          </a:xfrm>
        </p:spPr>
        <p:txBody>
          <a:bodyPr/>
          <a:lstStyle/>
          <a:p>
            <a:r>
              <a:rPr lang="en-IN" sz="3200" dirty="0"/>
              <a:t>PRESENTED BY</a:t>
            </a:r>
          </a:p>
          <a:p>
            <a:r>
              <a:rPr lang="en-IN" dirty="0"/>
              <a:t>YAGNAPRIYA</a:t>
            </a:r>
          </a:p>
          <a:p>
            <a:r>
              <a:rPr lang="en-IN" dirty="0"/>
              <a:t>SRIKARI</a:t>
            </a:r>
          </a:p>
          <a:p>
            <a:r>
              <a:rPr lang="en-IN" dirty="0"/>
              <a:t>AKSHITH</a:t>
            </a:r>
          </a:p>
          <a:p>
            <a:r>
              <a:rPr lang="en-IN" dirty="0"/>
              <a:t>VISHWAM</a:t>
            </a:r>
          </a:p>
        </p:txBody>
      </p:sp>
    </p:spTree>
    <p:extLst>
      <p:ext uri="{BB962C8B-B14F-4D97-AF65-F5344CB8AC3E}">
        <p14:creationId xmlns:p14="http://schemas.microsoft.com/office/powerpoint/2010/main" val="584486245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187</TotalTime>
  <Words>328</Words>
  <Application>Microsoft Office PowerPoint</Application>
  <PresentationFormat>Widescreen</PresentationFormat>
  <Paragraphs>63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Corbel</vt:lpstr>
      <vt:lpstr>Depth</vt:lpstr>
      <vt:lpstr>DESIGN AND SIMULATION OF AN  AUTOMATIC STREET LIGHT CONTROL SYSTEM USING COMBINATION LOGIC.</vt:lpstr>
      <vt:lpstr>INTRODUCTION</vt:lpstr>
      <vt:lpstr>OBJECTIVES</vt:lpstr>
      <vt:lpstr>PROBLEMS</vt:lpstr>
      <vt:lpstr>PROPOSED SOLUTION</vt:lpstr>
      <vt:lpstr>PowerPoint Presentation</vt:lpstr>
      <vt:lpstr>LOGIC GATE AND TRUTH TABLE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YUVARAJ ADIRAJU</dc:creator>
  <cp:lastModifiedBy>YUVARAJ ADIRAJU</cp:lastModifiedBy>
  <cp:revision>3</cp:revision>
  <dcterms:created xsi:type="dcterms:W3CDTF">2026-08-25T14:05:45Z</dcterms:created>
  <dcterms:modified xsi:type="dcterms:W3CDTF">2026-08-26T06:01:50Z</dcterms:modified>
</cp:coreProperties>
</file>